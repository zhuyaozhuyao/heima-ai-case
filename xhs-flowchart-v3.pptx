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een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411480"/>
            <a:ext cx="138074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262626"/>
                </a:solidFill>
              </a:rPr>
              <a:t>① 拿量有问题 — 排查决策树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33272"/>
            <a:ext cx="13807440" cy="45720"/>
          </a:xfrm>
          <a:prstGeom prst="rect">
            <a:avLst/>
          </a:prstGeom>
          <a:solidFill>
            <a:srgbClr val="34C3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143000"/>
            <a:ext cx="13807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1A7A47"/>
                </a:solidFill>
              </a:rPr>
              <a:t>短期波动（不起量/掉量）· 长期明显下滑，按路径逐步排查，所有路径汇聚至品牌生意增长</a:t>
            </a:r>
          </a:p>
        </p:txBody>
      </p:sp>
      <p:pic>
        <p:nvPicPr>
          <p:cNvPr id="6" name="Picture 5" descr="flow_v3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8100" y="1618488"/>
            <a:ext cx="11534199" cy="619963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een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411480"/>
            <a:ext cx="138074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262626"/>
                </a:solidFill>
              </a:rPr>
              <a:t>② 成本有问题 — 排查决策树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33272"/>
            <a:ext cx="13807440" cy="45720"/>
          </a:xfrm>
          <a:prstGeom prst="rect">
            <a:avLst/>
          </a:prstGeom>
          <a:solidFill>
            <a:srgbClr val="34C3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143000"/>
            <a:ext cx="13807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1A7A47"/>
                </a:solidFill>
              </a:rPr>
              <a:t>前链路（空耗/超成本）· 后链路（留资后效差），按路径逐步排查，所有路径汇聚至品牌生意提升</a:t>
            </a:r>
          </a:p>
        </p:txBody>
      </p:sp>
      <p:pic>
        <p:nvPicPr>
          <p:cNvPr id="6" name="Picture 5" descr="flow_v3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8100" y="1618488"/>
            <a:ext cx="11534199" cy="619963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